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88991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0779715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972261061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641109339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3831095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244102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625684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9033522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22130329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795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9264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827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101E8A-18EC-1E49-078F-1D2CE68B0305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875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1834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69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104ED-59C1-4F48-A785-D827731E80CB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521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382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80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A8BB65-983B-AA4F-2AB1-5D8B90FBF97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7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983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718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FEDC49-CD24-1182-4CEF-FDBA1B67E65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902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092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512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6F110A-2121-E519-2031-E6F2EECE2DA1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361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177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161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06E13A-7496-438E-0139-CE69DCC03EF6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477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781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606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9F7DD6-C96A-E46A-CADD-B897DE5B9ADE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08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9428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09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E999F-DA12-C9C2-4A13-AEC5B25D49C4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716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847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94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F56A02-7CD4-ADAE-FD58-1FE1A06FEB21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0707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8531763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80028368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2251317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5499769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8153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84083144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4652137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7740809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115022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206734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40112171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54567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443903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863555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8026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76791236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6749659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4340372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61855253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995145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07506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23303041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60909586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31789094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03209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04218486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48186582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2832799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3398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82369411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6028859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848552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198974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52413088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38812368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024787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34205678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0046954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721187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6216842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37770313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99450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0264351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23894112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5625069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3523745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6751623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60178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56458124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5989478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0136655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229109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71795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89372956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5845686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5304969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7024542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55312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36241288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9764762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8192365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647425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6266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16" y="0"/>
            <a:ext cx="6752166" cy="6858000"/>
          </a:xfrm>
          <a:prstGeom prst="rect">
            <a:avLst/>
          </a:prstGeom>
        </p:spPr>
      </p:pic>
      <p:sp>
        <p:nvSpPr>
          <p:cNvPr id="2071090775" name=""/>
          <p:cNvSpPr txBox="1"/>
          <p:nvPr/>
        </p:nvSpPr>
        <p:spPr bwMode="auto">
          <a:xfrm flipH="0" flipV="0">
            <a:off x="6795583" y="867833"/>
            <a:ext cx="5373526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200" b="1">
                <a:latin typeface="Calibri"/>
                <a:ea typeface="Calibri"/>
                <a:cs typeface="Calibri"/>
              </a:rPr>
              <a:t>Калькулятор для учёта личных финансов</a:t>
            </a:r>
            <a:endParaRPr sz="3200"/>
          </a:p>
        </p:txBody>
      </p:sp>
      <p:sp>
        <p:nvSpPr>
          <p:cNvPr id="596024308" name=""/>
          <p:cNvSpPr txBox="1"/>
          <p:nvPr/>
        </p:nvSpPr>
        <p:spPr bwMode="auto">
          <a:xfrm flipH="0" flipV="0">
            <a:off x="6795583" y="2238374"/>
            <a:ext cx="5041036" cy="2042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Арапан Алексей Евгеньевич — группа 01.24.ИСИП.ОФ.9-НСК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Руководитель: Королёв Гордей 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Александрович — Хекслет 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колледж — 2026</a:t>
            </a:r>
            <a:endParaRPr sz="22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545593" name="Прямоугольник 7"/>
          <p:cNvSpPr/>
          <p:nvPr/>
        </p:nvSpPr>
        <p:spPr bwMode="auto">
          <a:xfrm flipH="0" flipV="0">
            <a:off x="6241915" y="3857624"/>
            <a:ext cx="5862481" cy="24383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Цель: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Разработать бесплатное автономное веб-приложение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для учёта личных финансов, которое работает в браузере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и хранит данные на устройстве пользователя</a:t>
            </a:r>
            <a:endParaRPr sz="1800" b="0" i="0" u="none" strike="noStrike" cap="none" spc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2066105508" name="Прямоугольник 5"/>
          <p:cNvSpPr/>
          <p:nvPr/>
        </p:nvSpPr>
        <p:spPr bwMode="auto">
          <a:xfrm flipH="0" flipV="0">
            <a:off x="6241915" y="1142999"/>
            <a:ext cx="5862481" cy="24383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Актуальность:</a:t>
            </a:r>
            <a:endParaRPr lang="ru-RU" sz="1800" b="0" i="0" u="none" strike="noStrike" cap="none" spc="0">
              <a:solidFill>
                <a:schemeClr val="lt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Многие люди не контролируют доходы и расходы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Существующие приложения требуют платной подписки,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регистрации и передают данные на сервер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59164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2424" y="1419224"/>
            <a:ext cx="4876799" cy="4876799"/>
          </a:xfrm>
          <a:prstGeom prst="rect">
            <a:avLst/>
          </a:prstGeom>
        </p:spPr>
      </p:pic>
      <p:sp>
        <p:nvSpPr>
          <p:cNvPr id="758678768" name=""/>
          <p:cNvSpPr txBox="1"/>
          <p:nvPr/>
        </p:nvSpPr>
        <p:spPr bwMode="auto">
          <a:xfrm flipH="0" flipV="0">
            <a:off x="943947" y="428625"/>
            <a:ext cx="440955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Calibri"/>
                <a:ea typeface="Calibri"/>
                <a:cs typeface="Calibri"/>
              </a:rPr>
              <a:t>Актуальность и цель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83208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49400" y="581024"/>
            <a:ext cx="5628299" cy="6057900"/>
          </a:xfrm>
          <a:prstGeom prst="rect">
            <a:avLst/>
          </a:prstGeom>
        </p:spPr>
      </p:pic>
      <p:sp>
        <p:nvSpPr>
          <p:cNvPr id="1636312870" name=""/>
          <p:cNvSpPr txBox="1"/>
          <p:nvPr/>
        </p:nvSpPr>
        <p:spPr bwMode="auto">
          <a:xfrm flipH="0" flipV="0">
            <a:off x="477224" y="342900"/>
            <a:ext cx="57150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59238151" name=""/>
          <p:cNvSpPr txBox="1"/>
          <p:nvPr/>
        </p:nvSpPr>
        <p:spPr bwMode="auto">
          <a:xfrm flipH="0" flipV="0">
            <a:off x="496273" y="819148"/>
            <a:ext cx="5346598" cy="5578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Задачи проекта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Изучить технологии клиентской веб-разработки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Разработать интерфейс с учётом адаптивности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Реализовать добавление, просмотр и удаление операций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Организовать хранение данных в localStorage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Реализовать фильтрацию по типу, категории и дате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Создать модуль статистики с текстовой диаграммой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7. Обеспечить адаптивность для мобильных устройств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521434" name=""/>
          <p:cNvSpPr txBox="1"/>
          <p:nvPr/>
        </p:nvSpPr>
        <p:spPr bwMode="auto">
          <a:xfrm flipH="0" flipV="0">
            <a:off x="674043" y="1662324"/>
            <a:ext cx="2632582" cy="1646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HTML5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Семантическая разметка, структура страницы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_____________________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576243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3364" y="1243763"/>
            <a:ext cx="668705" cy="668705"/>
          </a:xfrm>
          <a:prstGeom prst="rect">
            <a:avLst/>
          </a:prstGeom>
        </p:spPr>
      </p:pic>
      <p:sp>
        <p:nvSpPr>
          <p:cNvPr id="301769557" name=""/>
          <p:cNvSpPr txBox="1"/>
          <p:nvPr/>
        </p:nvSpPr>
        <p:spPr bwMode="auto">
          <a:xfrm flipH="0" flipV="0">
            <a:off x="4374893" y="2159808"/>
            <a:ext cx="24828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87494354" name=""/>
          <p:cNvSpPr txBox="1"/>
          <p:nvPr/>
        </p:nvSpPr>
        <p:spPr bwMode="auto">
          <a:xfrm flipH="0" flipV="0">
            <a:off x="3748937" y="1845204"/>
            <a:ext cx="3110963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b="1">
                <a:latin typeface="Calibri"/>
                <a:ea typeface="Calibri"/>
                <a:cs typeface="Calibri"/>
              </a:rPr>
              <a:t>CSS3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Визуальное оформление, адаптивная вёрстка</a:t>
            </a:r>
            <a:endParaRPr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_______________________</a:t>
            </a:r>
            <a:endParaRPr/>
          </a:p>
        </p:txBody>
      </p:sp>
      <p:pic>
        <p:nvPicPr>
          <p:cNvPr id="757785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06188" y="1195213"/>
            <a:ext cx="668705" cy="717254"/>
          </a:xfrm>
          <a:prstGeom prst="rect">
            <a:avLst/>
          </a:prstGeom>
        </p:spPr>
      </p:pic>
      <p:sp>
        <p:nvSpPr>
          <p:cNvPr id="355303323" name=""/>
          <p:cNvSpPr txBox="1"/>
          <p:nvPr/>
        </p:nvSpPr>
        <p:spPr bwMode="auto">
          <a:xfrm flipH="0" flipV="0">
            <a:off x="8196974" y="1845204"/>
            <a:ext cx="325529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JavaScript (ES6+)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Логика приложения, управление состоянием и DOM.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__________________________</a:t>
            </a:r>
            <a:endParaRPr/>
          </a:p>
        </p:txBody>
      </p:sp>
      <p:pic>
        <p:nvPicPr>
          <p:cNvPr id="1481437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312918" y="1219488"/>
            <a:ext cx="668705" cy="668705"/>
          </a:xfrm>
          <a:prstGeom prst="rect">
            <a:avLst/>
          </a:prstGeom>
        </p:spPr>
      </p:pic>
      <p:sp>
        <p:nvSpPr>
          <p:cNvPr id="762062786" name=""/>
          <p:cNvSpPr txBox="1"/>
          <p:nvPr/>
        </p:nvSpPr>
        <p:spPr bwMode="auto">
          <a:xfrm flipH="0" flipV="0">
            <a:off x="674043" y="4829235"/>
            <a:ext cx="3075972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localStorage</a:t>
            </a:r>
            <a:endParaRPr sz="1800"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Хранение данных, </a:t>
            </a:r>
            <a:r>
              <a:rPr lang="en-US">
                <a:latin typeface="Calibri"/>
                <a:ea typeface="Calibri"/>
                <a:cs typeface="Calibri"/>
              </a:rPr>
              <a:t>JSON,</a:t>
            </a:r>
            <a:r>
              <a:rPr lang="ru-RU">
                <a:latin typeface="Calibri"/>
                <a:ea typeface="Calibri"/>
                <a:cs typeface="Calibri"/>
              </a:rPr>
              <a:t> без сервера</a:t>
            </a:r>
            <a:endParaRPr lang="ru-RU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ru-RU">
                <a:latin typeface="Calibri"/>
                <a:ea typeface="Calibri"/>
                <a:cs typeface="Calibri"/>
              </a:rPr>
              <a:t>_________________________</a:t>
            </a:r>
            <a:endParaRPr/>
          </a:p>
        </p:txBody>
      </p:sp>
      <p:pic>
        <p:nvPicPr>
          <p:cNvPr id="192066751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74043" y="4174740"/>
            <a:ext cx="728025" cy="728025"/>
          </a:xfrm>
          <a:prstGeom prst="rect">
            <a:avLst/>
          </a:prstGeom>
        </p:spPr>
      </p:pic>
      <p:sp>
        <p:nvSpPr>
          <p:cNvPr id="219556149" name=""/>
          <p:cNvSpPr txBox="1"/>
          <p:nvPr/>
        </p:nvSpPr>
        <p:spPr bwMode="auto">
          <a:xfrm flipH="0" flipV="0">
            <a:off x="5437444" y="4829235"/>
            <a:ext cx="270413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GitHub Pages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деплой приложения в публичный доступ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>
              <a:defRPr/>
            </a:pPr>
            <a:r>
              <a:rPr lang="en-US">
                <a:latin typeface="Calibri"/>
                <a:ea typeface="Calibri"/>
                <a:cs typeface="Calibri"/>
              </a:rPr>
              <a:t>______________________</a:t>
            </a:r>
            <a:endParaRPr/>
          </a:p>
        </p:txBody>
      </p:sp>
      <p:pic>
        <p:nvPicPr>
          <p:cNvPr id="314089176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5437444" y="4104969"/>
            <a:ext cx="797796" cy="797796"/>
          </a:xfrm>
          <a:prstGeom prst="rect">
            <a:avLst/>
          </a:prstGeom>
        </p:spPr>
      </p:pic>
      <p:sp>
        <p:nvSpPr>
          <p:cNvPr id="1139709161" name=""/>
          <p:cNvSpPr txBox="1"/>
          <p:nvPr/>
        </p:nvSpPr>
        <p:spPr bwMode="auto">
          <a:xfrm flipH="0" flipV="0">
            <a:off x="449568" y="297275"/>
            <a:ext cx="634102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>
                <a:latin typeface="Calibri"/>
                <a:ea typeface="Calibri"/>
                <a:cs typeface="Calibri"/>
              </a:rPr>
              <a:t>Технологический стек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185056" name=""/>
          <p:cNvSpPr txBox="1"/>
          <p:nvPr/>
        </p:nvSpPr>
        <p:spPr bwMode="auto">
          <a:xfrm flipH="0" flipV="0">
            <a:off x="1268596" y="1067769"/>
            <a:ext cx="7838671" cy="4206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Архитектура приложения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Модульная архитектура, приближенная к MVC: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Model: массив transactions, категории доходов и расходов,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localStorage (сохранение и загрузка данных).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View: отрисовка таблицы транзакций, обновление баланса,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суммы доходов и расходов, текстовой диаграммы,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вывод сообщений пользователю (успех/ошибка).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Controller: обработка добавления и удаления транзакций,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фильтрация по типу, категории и дате,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смена категорий при выборе типа,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загрузка данных при старте приложения.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399743594" name="Rectangle 3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1773" y="623274"/>
            <a:ext cx="10905052" cy="560788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76679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600" b="1">
                <a:latin typeface="Calibri"/>
                <a:ea typeface="Calibri"/>
                <a:cs typeface="Calibri"/>
              </a:rPr>
              <a:t>Модель данных и основные функции</a:t>
            </a:r>
            <a:endParaRPr/>
          </a:p>
        </p:txBody>
      </p:sp>
      <p:sp>
        <p:nvSpPr>
          <p:cNvPr id="1993679808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Модель данных (транзакция):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┌─────────────────────────────────────────────────┐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id       — уникальный номер (временная метка)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amount   — сумма (положительное число)    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type     — доход или расход                                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category — категория (Еда, Транспорт и т.д.)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date     — дата в формате ГГГГ-ММ-ДД            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comment  — текстовый комментарий (необязательно)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└─────────────────────────────────────────────────┘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Основные функции: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Добавление транзакции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Удаление транзакции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Фильтрация по типу / категории / дате</a:t>
            </a:r>
            <a:endParaRPr/>
          </a:p>
        </p:txBody>
      </p:sp>
      <p:pic>
        <p:nvPicPr>
          <p:cNvPr id="17526272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87902" y="1690687"/>
            <a:ext cx="4876799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701508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7584219" y="0"/>
            <a:ext cx="4586560" cy="68252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Общая сумма доходов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Общая сумма расходов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Текущий баланс (доходы — расходы)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Текстовая диаграмма расходов: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Еда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████████ 40.0% (4000 ₽)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Транспорт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████ 20.0% (2000 ₽)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Жильё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████████ 40.0% (4000 ₽)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Хранение данных: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localStorage (JSON)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Данные не теряются после закрытия браузера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287424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1978" y="760058"/>
            <a:ext cx="4876799" cy="4876799"/>
          </a:xfrm>
          <a:prstGeom prst="rect">
            <a:avLst/>
          </a:prstGeom>
        </p:spPr>
      </p:pic>
      <p:sp>
        <p:nvSpPr>
          <p:cNvPr id="17440660" name=""/>
          <p:cNvSpPr txBox="1"/>
          <p:nvPr/>
        </p:nvSpPr>
        <p:spPr bwMode="auto">
          <a:xfrm flipH="0" flipV="0">
            <a:off x="128025" y="0"/>
            <a:ext cx="719675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 и хранение данных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094510" name=""/>
          <p:cNvSpPr txBox="1"/>
          <p:nvPr/>
        </p:nvSpPr>
        <p:spPr bwMode="auto">
          <a:xfrm flipH="0" flipV="0">
            <a:off x="254649" y="38099"/>
            <a:ext cx="119189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50411015" name=""/>
          <p:cNvSpPr txBox="1"/>
          <p:nvPr/>
        </p:nvSpPr>
        <p:spPr bwMode="auto">
          <a:xfrm flipH="0" flipV="0">
            <a:off x="356249" y="101599"/>
            <a:ext cx="66738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22337416" name=""/>
          <p:cNvSpPr txBox="1"/>
          <p:nvPr/>
        </p:nvSpPr>
        <p:spPr bwMode="auto">
          <a:xfrm flipH="0" flipV="0">
            <a:off x="9290700" y="996949"/>
            <a:ext cx="14795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69793494" name="Прямоугольник 5"/>
          <p:cNvSpPr/>
          <p:nvPr/>
        </p:nvSpPr>
        <p:spPr bwMode="auto">
          <a:xfrm flipH="0" flipV="0">
            <a:off x="123759" y="143870"/>
            <a:ext cx="5862480" cy="12191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775738288" name="Прямоугольник 5"/>
          <p:cNvSpPr/>
          <p:nvPr/>
        </p:nvSpPr>
        <p:spPr bwMode="auto">
          <a:xfrm flipH="0" flipV="0">
            <a:off x="123758" y="1559879"/>
            <a:ext cx="5862479" cy="1216771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0610683" name="Прямоугольник 5"/>
          <p:cNvSpPr/>
          <p:nvPr/>
        </p:nvSpPr>
        <p:spPr bwMode="auto">
          <a:xfrm flipH="0" flipV="0">
            <a:off x="123758" y="2964123"/>
            <a:ext cx="5862479" cy="1216771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Цветовая индикация: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Доходы — зелёным цветом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Расходы — красным цветом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17637683" name=""/>
          <p:cNvSpPr txBox="1"/>
          <p:nvPr/>
        </p:nvSpPr>
        <p:spPr bwMode="auto">
          <a:xfrm flipH="0" flipV="0">
            <a:off x="356248" y="296089"/>
            <a:ext cx="527229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Валидация: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Проверка суммы: число больше нуля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Сообщение об ошибке: «Ошибка: введите корректную сумму»</a:t>
            </a:r>
            <a:endParaRPr/>
          </a:p>
        </p:txBody>
      </p:sp>
      <p:sp>
        <p:nvSpPr>
          <p:cNvPr id="1453587282" name=""/>
          <p:cNvSpPr txBox="1"/>
          <p:nvPr/>
        </p:nvSpPr>
        <p:spPr bwMode="auto">
          <a:xfrm flipH="0" flipV="0">
            <a:off x="324318" y="1662350"/>
            <a:ext cx="533615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Сообщения пользователю: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Зелёное: «Транзакция добавлена» / «Транзакция удалена»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Красное: «Ошибка: введите корректную сумму»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22733789" name="Прямоугольник 5"/>
          <p:cNvSpPr/>
          <p:nvPr/>
        </p:nvSpPr>
        <p:spPr bwMode="auto">
          <a:xfrm flipH="0" flipV="0">
            <a:off x="123758" y="4393839"/>
            <a:ext cx="5862479" cy="1216771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Подтверждение удаления: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Диалоговое окно confirm()</a:t>
            </a:r>
            <a:endParaRPr/>
          </a:p>
        </p:txBody>
      </p:sp>
      <p:pic>
        <p:nvPicPr>
          <p:cNvPr id="13174864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02759" y="571985"/>
            <a:ext cx="4876799" cy="4876799"/>
          </a:xfrm>
          <a:prstGeom prst="rect">
            <a:avLst/>
          </a:prstGeom>
        </p:spPr>
      </p:pic>
      <p:sp>
        <p:nvSpPr>
          <p:cNvPr id="918957782" name=""/>
          <p:cNvSpPr txBox="1"/>
          <p:nvPr/>
        </p:nvSpPr>
        <p:spPr bwMode="auto">
          <a:xfrm flipH="0" flipV="0">
            <a:off x="254648" y="5848471"/>
            <a:ext cx="5783596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Валидация и UX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9987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37476" y="471396"/>
            <a:ext cx="5842404" cy="5915206"/>
          </a:xfrm>
          <a:prstGeom prst="rect">
            <a:avLst/>
          </a:prstGeom>
        </p:spPr>
      </p:pic>
      <p:pic>
        <p:nvPicPr>
          <p:cNvPr id="20405733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509222" y="5331815"/>
            <a:ext cx="1473482" cy="1473482"/>
          </a:xfrm>
          <a:prstGeom prst="rect">
            <a:avLst/>
          </a:prstGeom>
        </p:spPr>
      </p:pic>
      <p:pic>
        <p:nvPicPr>
          <p:cNvPr id="126110011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571050" y="1212491"/>
            <a:ext cx="5357053" cy="3185995"/>
          </a:xfrm>
          <a:prstGeom prst="rect">
            <a:avLst/>
          </a:prstGeom>
        </p:spPr>
      </p:pic>
      <p:sp>
        <p:nvSpPr>
          <p:cNvPr id="637979862" name=""/>
          <p:cNvSpPr txBox="1"/>
          <p:nvPr/>
        </p:nvSpPr>
        <p:spPr bwMode="auto">
          <a:xfrm flipH="0" flipV="0">
            <a:off x="324498" y="266698"/>
            <a:ext cx="6944508" cy="66833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Алгоритм работы приложения</a:t>
            </a:r>
            <a:r>
              <a:rPr lang="en-US" sz="3600"/>
              <a:t>:</a:t>
            </a:r>
            <a:endParaRPr sz="1500" b="1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ЗАПУСК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Загрузка данных из localStorage → отображение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ДОБАВЛЕНИЕ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Форма → валидация → массив → localStorage → обновление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ФИЛЬТРАЦИЯ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Выбор критериев → фильтр → отображение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УДАЛЕНИЕ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Кнопка ❌ → подтверждение → удаление → сохранение → обновление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 пересчитывается автоматически после каждого действия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9217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49695" y="5042197"/>
            <a:ext cx="1467563" cy="1467563"/>
          </a:xfrm>
          <a:prstGeom prst="rect">
            <a:avLst/>
          </a:prstGeom>
        </p:spPr>
      </p:pic>
      <p:pic>
        <p:nvPicPr>
          <p:cNvPr id="19592823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7851" y="113814"/>
            <a:ext cx="1266400" cy="1266400"/>
          </a:xfrm>
          <a:prstGeom prst="rect">
            <a:avLst/>
          </a:prstGeom>
        </p:spPr>
      </p:pic>
      <p:pic>
        <p:nvPicPr>
          <p:cNvPr id="54427105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1030165" y="38728"/>
            <a:ext cx="1116223" cy="1116223"/>
          </a:xfrm>
          <a:prstGeom prst="rect">
            <a:avLst/>
          </a:prstGeom>
        </p:spPr>
      </p:pic>
      <p:pic>
        <p:nvPicPr>
          <p:cNvPr id="2106243640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07851" y="5386289"/>
            <a:ext cx="1308700" cy="1308700"/>
          </a:xfrm>
          <a:prstGeom prst="rect">
            <a:avLst/>
          </a:prstGeom>
        </p:spPr>
      </p:pic>
      <p:sp>
        <p:nvSpPr>
          <p:cNvPr id="322221641" name=""/>
          <p:cNvSpPr txBox="1"/>
          <p:nvPr/>
        </p:nvSpPr>
        <p:spPr bwMode="auto">
          <a:xfrm flipH="0" flipV="0">
            <a:off x="2992251" y="596840"/>
            <a:ext cx="6211816" cy="53377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Выводы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 Изучены технологии HTML5, CSS3, JavaScript, localStorage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2. Создан удобный адаптивный интерфейс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 Реализованы добавление, удаление и фильтрация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4. Организовано хранение данных в localStorage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 Разработана статистика и текстовая диаграмма (█)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Общий вывод: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Приложение позволяет вести учёт финансов,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анализировать расходы и контролировать баланс.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Работает автономно, бесплатно, данные на устройстве.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Доклад окончен. Спасибо за внимание!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2026-06-06T00:52:18Z</dcterms:modified>
</cp:coreProperties>
</file>